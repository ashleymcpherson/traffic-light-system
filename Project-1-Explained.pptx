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1"/>
  </p:notesMasterIdLst>
  <p:sldIdLst>
    <p:sldId id="256" r:id="rId2"/>
    <p:sldId id="268" r:id="rId3"/>
    <p:sldId id="289" r:id="rId4"/>
    <p:sldId id="281" r:id="rId5"/>
    <p:sldId id="282" r:id="rId6"/>
    <p:sldId id="279" r:id="rId7"/>
    <p:sldId id="288" r:id="rId8"/>
    <p:sldId id="284" r:id="rId9"/>
    <p:sldId id="29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3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1362" y="84"/>
      </p:cViewPr>
      <p:guideLst/>
    </p:cSldViewPr>
  </p:slideViewPr>
  <p:outlineViewPr>
    <p:cViewPr>
      <p:scale>
        <a:sx n="33" d="100"/>
        <a:sy n="33" d="100"/>
      </p:scale>
      <p:origin x="0" y="-111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49A59-1C5A-4F2F-872A-0795227FFC3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69414-DFB3-4D34-97B1-C06A82951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79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D6C6A-7E21-40BC-999C-8FE41357D731}" type="datetime1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6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9DA1-F946-4A7C-9093-2C45955EB109}" type="datetime1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7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D8B4-291D-4BE1-8E03-686951377B41}" type="datetime1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79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18C37-E314-46EF-96F4-1A65378AD5A4}" type="datetime1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6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1B22-5562-4448-A42B-FD0B25052565}" type="datetime1">
              <a:rPr lang="en-US" smtClean="0"/>
              <a:t>3/2/2021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5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B8F7-99A3-4F68-A16C-51009383B5E0}" type="datetime1">
              <a:rPr lang="en-US" smtClean="0"/>
              <a:t>3/2/2021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3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55BA-0F35-413E-A36A-BD635631B111}" type="datetime1">
              <a:rPr lang="en-US" smtClean="0"/>
              <a:t>3/2/2021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8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845550D-CFC3-4D58-9E4B-CB7FEA13D1EB}" type="datetime1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A351-87C2-46FE-9353-1A09CE8D7BF2}" type="datetime1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3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1342-5F87-4C33-8F66-3029DA4F0BD2}" type="datetime1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B9E0-69BD-409C-83F4-D68ECA613627}" type="datetime1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0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1C6FBE-853A-4EB1-96D0-E4CB9F2D3966}" type="datetime1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0A59F10-8216-484E-B9FC-BC984D75602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5C784-37F2-4AC1-BDA8-DF9AD0E55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643467"/>
            <a:ext cx="4691270" cy="5054008"/>
          </a:xfrm>
        </p:spPr>
        <p:txBody>
          <a:bodyPr anchor="ctr">
            <a:normAutofit/>
          </a:bodyPr>
          <a:lstStyle/>
          <a:p>
            <a:pPr algn="r"/>
            <a:r>
              <a:rPr lang="en-US" sz="6000" dirty="0"/>
              <a:t>ECE455 Project 1</a:t>
            </a:r>
            <a:br>
              <a:rPr lang="en-US" sz="6000" dirty="0"/>
            </a:br>
            <a:r>
              <a:rPr lang="en-US" sz="3600" dirty="0"/>
              <a:t>Traffic Light System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00CF4-A830-4335-B7F4-F7CC8F65D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3246" y="643467"/>
            <a:ext cx="2506116" cy="5054008"/>
          </a:xfrm>
        </p:spPr>
        <p:txBody>
          <a:bodyPr anchor="ctr">
            <a:normAutofit/>
          </a:bodyPr>
          <a:lstStyle/>
          <a:p>
            <a:r>
              <a:rPr lang="en-US" dirty="0"/>
              <a:t>FEB 24, 2021</a:t>
            </a:r>
          </a:p>
          <a:p>
            <a:r>
              <a:rPr lang="en-US" dirty="0"/>
              <a:t>Pouya </a:t>
            </a:r>
            <a:r>
              <a:rPr lang="en-US" dirty="0" err="1"/>
              <a:t>shiri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0992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40942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721A765-3BEE-4B52-B2DA-A99475C92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90696" y="5729130"/>
            <a:ext cx="1152128" cy="4423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FC6A-0CA5-4B9F-AD8B-BBDB0E3B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1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A3C4-ABD8-4A67-8E65-FFB5E4B1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76C24-E4F1-4F4F-BB62-079612447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CA" sz="2800" dirty="0"/>
              <a:t> P</a:t>
            </a:r>
            <a:r>
              <a:rPr lang="en-US" sz="2800" dirty="0" err="1"/>
              <a:t>roject</a:t>
            </a:r>
            <a:r>
              <a:rPr lang="en-US" sz="2800" dirty="0"/>
              <a:t> Definition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RTOS Programming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/>
              <a:t> Shift </a:t>
            </a:r>
            <a:r>
              <a:rPr lang="en-US" sz="2800" dirty="0"/>
              <a:t>Register (SPC)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Software Timers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Proposed Steps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930F-0494-4674-B0E8-3893D1BC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3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A3C4-ABD8-4A67-8E65-FFB5E4B1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930F-0494-4674-B0E8-3893D1BC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EFD0EA-B2BB-440C-841B-22A1A826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6" y="1861922"/>
            <a:ext cx="9039687" cy="2914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B80FD-2329-460D-9DEB-C5540000B989}"/>
              </a:ext>
            </a:extLst>
          </p:cNvPr>
          <p:cNvSpPr txBox="1"/>
          <p:nvPr/>
        </p:nvSpPr>
        <p:spPr>
          <a:xfrm>
            <a:off x="213360" y="4900918"/>
            <a:ext cx="798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This is </a:t>
            </a:r>
            <a:r>
              <a:rPr lang="en-CA" dirty="0" err="1"/>
              <a:t>traffic_light_system</a:t>
            </a:r>
            <a:r>
              <a:rPr lang="en-CA" dirty="0"/>
              <a:t> application inside ECE455 folder on Desktop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A Python app that gets information from the 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When you debug your project, it is updated based on the code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93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A3C4-ABD8-4A67-8E65-FFB5E4B1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930F-0494-4674-B0E8-3893D1BC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B80FD-2329-460D-9DEB-C5540000B989}"/>
              </a:ext>
            </a:extLst>
          </p:cNvPr>
          <p:cNvSpPr txBox="1"/>
          <p:nvPr/>
        </p:nvSpPr>
        <p:spPr>
          <a:xfrm>
            <a:off x="1039270" y="4520475"/>
            <a:ext cx="798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Use project 0 as the </a:t>
            </a:r>
            <a:r>
              <a:rPr lang="en-CA" dirty="0" err="1"/>
              <a:t>startup</a:t>
            </a:r>
            <a:r>
              <a:rPr lang="en-CA" dirty="0"/>
              <a:t>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It gives you some hints for using tasks and queues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Watch the video regarding GPIO and ADC setup</a:t>
            </a:r>
            <a:br>
              <a:rPr lang="en-CA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ADDF3-4032-488F-9A61-66267588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555" y="1941861"/>
            <a:ext cx="5662889" cy="215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3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A3C4-ABD8-4A67-8E65-FFB5E4B1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RTOS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930F-0494-4674-B0E8-3893D1BC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202E4-8793-4C75-AC15-EF32568A8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Isolating different procedures as Tasks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Easier implementation, cleaner code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Better manipulation of actions and events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Can add/modify constraints and deadlines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trade-off: more tasks -&gt; more resource usage, probably more difficult to handle. </a:t>
            </a:r>
            <a:r>
              <a:rPr lang="en-US" b="1" dirty="0"/>
              <a:t>There is an optimum number of tasks</a:t>
            </a:r>
            <a:endParaRPr lang="fa-IR" b="1" dirty="0"/>
          </a:p>
          <a:p>
            <a:pPr>
              <a:buFont typeface="Wingdings" panose="05000000000000000000" pitchFamily="2" charset="2"/>
              <a:buChar char="Ø"/>
            </a:pPr>
            <a:endParaRPr lang="fa-I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/>
              <a:t> </a:t>
            </a:r>
            <a:r>
              <a:rPr lang="en-CA" dirty="0"/>
              <a:t>Sample Tasks for this project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b="1" dirty="0"/>
              <a:t>Updating traffic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b="1" dirty="0"/>
              <a:t>Reading the traffic rate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599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A3C4-ABD8-4A67-8E65-FFB5E4B1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 dirty="0"/>
              <a:t>Shift Register (SPC)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930F-0494-4674-B0E8-3893D1BC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0A59F10-8216-484E-B9FC-BC984D75602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F968-B9A7-4BF5-B529-66A715B8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 multiple outputs using few pins (3 pins)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SPC IC provides 8 outputs </a:t>
            </a:r>
            <a:r>
              <a:rPr lang="en-US" dirty="0">
                <a:sym typeface="Wingdings" panose="05000000000000000000" pitchFamily="2" charset="2"/>
              </a:rPr>
              <a:t> 3 ICs are stacked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Clear pin to reset outputs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Push your desired input to the outputs one-by-one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Must be done so fast that application requirement holds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In your lab, for example human eye should not perceive pushing of inputs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00299-F9C4-40A5-8D12-E02305EA28F6}"/>
              </a:ext>
            </a:extLst>
          </p:cNvPr>
          <p:cNvSpPr/>
          <p:nvPr/>
        </p:nvSpPr>
        <p:spPr>
          <a:xfrm>
            <a:off x="3326860" y="3511685"/>
            <a:ext cx="1527242" cy="1206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Shift Register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353D0C-5E5E-4D00-99F8-C1888A66A08C}"/>
              </a:ext>
            </a:extLst>
          </p:cNvPr>
          <p:cNvCxnSpPr/>
          <p:nvPr/>
        </p:nvCxnSpPr>
        <p:spPr>
          <a:xfrm>
            <a:off x="1862117" y="3879796"/>
            <a:ext cx="1400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229642-10EB-4617-83F2-09D972965A9C}"/>
              </a:ext>
            </a:extLst>
          </p:cNvPr>
          <p:cNvCxnSpPr/>
          <p:nvPr/>
        </p:nvCxnSpPr>
        <p:spPr>
          <a:xfrm>
            <a:off x="1862117" y="4104586"/>
            <a:ext cx="1400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BDEC79-115B-4556-BC7E-6EF8053A0E1E}"/>
              </a:ext>
            </a:extLst>
          </p:cNvPr>
          <p:cNvCxnSpPr/>
          <p:nvPr/>
        </p:nvCxnSpPr>
        <p:spPr>
          <a:xfrm>
            <a:off x="1862117" y="4340806"/>
            <a:ext cx="1400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FF66D2E-9A46-4AA7-A204-2E0480A5AD8F}"/>
              </a:ext>
            </a:extLst>
          </p:cNvPr>
          <p:cNvSpPr txBox="1"/>
          <p:nvPr/>
        </p:nvSpPr>
        <p:spPr>
          <a:xfrm>
            <a:off x="1578036" y="3597828"/>
            <a:ext cx="1155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</a:t>
            </a:r>
            <a:r>
              <a:rPr lang="en-US" sz="1400" dirty="0" err="1"/>
              <a:t>ata</a:t>
            </a:r>
            <a:r>
              <a:rPr lang="en-US" sz="1400" dirty="0"/>
              <a:t> (PC6)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2B47E8-2AD3-42ED-B80B-EF81CE91BA67}"/>
              </a:ext>
            </a:extLst>
          </p:cNvPr>
          <p:cNvSpPr txBox="1"/>
          <p:nvPr/>
        </p:nvSpPr>
        <p:spPr>
          <a:xfrm>
            <a:off x="1569719" y="3848684"/>
            <a:ext cx="121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R</a:t>
            </a:r>
            <a:r>
              <a:rPr lang="en-US" sz="1400" dirty="0" err="1"/>
              <a:t>eset</a:t>
            </a:r>
            <a:r>
              <a:rPr lang="en-US" sz="1400" dirty="0"/>
              <a:t> (PC8)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51EB7-1FF0-41DE-818D-F1C871E26A87}"/>
              </a:ext>
            </a:extLst>
          </p:cNvPr>
          <p:cNvSpPr txBox="1"/>
          <p:nvPr/>
        </p:nvSpPr>
        <p:spPr>
          <a:xfrm>
            <a:off x="1562379" y="4113680"/>
            <a:ext cx="1447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Clock (PC7)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ED1DE7-0610-4717-BDBD-0F0A0D510CD8}"/>
              </a:ext>
            </a:extLst>
          </p:cNvPr>
          <p:cNvCxnSpPr/>
          <p:nvPr/>
        </p:nvCxnSpPr>
        <p:spPr>
          <a:xfrm>
            <a:off x="4949952" y="3588734"/>
            <a:ext cx="1091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F9EFE5-C7D8-40C9-A58C-16B78725C79C}"/>
              </a:ext>
            </a:extLst>
          </p:cNvPr>
          <p:cNvCxnSpPr/>
          <p:nvPr/>
        </p:nvCxnSpPr>
        <p:spPr>
          <a:xfrm>
            <a:off x="4949952" y="4596384"/>
            <a:ext cx="1176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A1234D0-2B82-4CD3-ABAE-6E54F50AA3A1}"/>
              </a:ext>
            </a:extLst>
          </p:cNvPr>
          <p:cNvSpPr/>
          <p:nvPr/>
        </p:nvSpPr>
        <p:spPr>
          <a:xfrm>
            <a:off x="4949952" y="3662626"/>
            <a:ext cx="120347" cy="12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BE37B9F-8674-4AAD-B2E5-23A7CA7C3B46}"/>
              </a:ext>
            </a:extLst>
          </p:cNvPr>
          <p:cNvSpPr/>
          <p:nvPr/>
        </p:nvSpPr>
        <p:spPr>
          <a:xfrm>
            <a:off x="4959152" y="3981600"/>
            <a:ext cx="120347" cy="12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7216A-D81F-4682-92E1-16112ED58174}"/>
              </a:ext>
            </a:extLst>
          </p:cNvPr>
          <p:cNvSpPr/>
          <p:nvPr/>
        </p:nvSpPr>
        <p:spPr>
          <a:xfrm>
            <a:off x="4959152" y="4287543"/>
            <a:ext cx="120347" cy="122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8FF2FF-6392-43C5-ADCD-52C4F85D8555}"/>
              </a:ext>
            </a:extLst>
          </p:cNvPr>
          <p:cNvSpPr txBox="1"/>
          <p:nvPr/>
        </p:nvSpPr>
        <p:spPr>
          <a:xfrm>
            <a:off x="5259502" y="3317968"/>
            <a:ext cx="605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83B3AC-8878-4F30-80C1-0E34686E93E8}"/>
              </a:ext>
            </a:extLst>
          </p:cNvPr>
          <p:cNvSpPr txBox="1"/>
          <p:nvPr/>
        </p:nvSpPr>
        <p:spPr>
          <a:xfrm>
            <a:off x="5311669" y="4325750"/>
            <a:ext cx="605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Q18</a:t>
            </a:r>
          </a:p>
        </p:txBody>
      </p:sp>
    </p:spTree>
    <p:extLst>
      <p:ext uri="{BB962C8B-B14F-4D97-AF65-F5344CB8AC3E}">
        <p14:creationId xmlns:p14="http://schemas.microsoft.com/office/powerpoint/2010/main" val="391840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A3C4-ABD8-4A67-8E65-FFB5E4B1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 dirty="0"/>
              <a:t>Shift Register (SPC)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930F-0494-4674-B0E8-3893D1BC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0A59F10-8216-484E-B9FC-BC984D75602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F6C84F5C-6A74-461D-8522-97E771719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040342"/>
              </p:ext>
            </p:extLst>
          </p:nvPr>
        </p:nvGraphicFramePr>
        <p:xfrm>
          <a:off x="654341" y="1838632"/>
          <a:ext cx="7711783" cy="2234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349">
                  <a:extLst>
                    <a:ext uri="{9D8B030D-6E8A-4147-A177-3AD203B41FA5}">
                      <a16:colId xmlns:a16="http://schemas.microsoft.com/office/drawing/2014/main" val="1023193674"/>
                    </a:ext>
                  </a:extLst>
                </a:gridCol>
                <a:gridCol w="1282418">
                  <a:extLst>
                    <a:ext uri="{9D8B030D-6E8A-4147-A177-3AD203B41FA5}">
                      <a16:colId xmlns:a16="http://schemas.microsoft.com/office/drawing/2014/main" val="483380908"/>
                    </a:ext>
                  </a:extLst>
                </a:gridCol>
                <a:gridCol w="1292754">
                  <a:extLst>
                    <a:ext uri="{9D8B030D-6E8A-4147-A177-3AD203B41FA5}">
                      <a16:colId xmlns:a16="http://schemas.microsoft.com/office/drawing/2014/main" val="1044987526"/>
                    </a:ext>
                  </a:extLst>
                </a:gridCol>
                <a:gridCol w="1292754">
                  <a:extLst>
                    <a:ext uri="{9D8B030D-6E8A-4147-A177-3AD203B41FA5}">
                      <a16:colId xmlns:a16="http://schemas.microsoft.com/office/drawing/2014/main" val="1111719360"/>
                    </a:ext>
                  </a:extLst>
                </a:gridCol>
                <a:gridCol w="1292754">
                  <a:extLst>
                    <a:ext uri="{9D8B030D-6E8A-4147-A177-3AD203B41FA5}">
                      <a16:colId xmlns:a16="http://schemas.microsoft.com/office/drawing/2014/main" val="1743815085"/>
                    </a:ext>
                  </a:extLst>
                </a:gridCol>
                <a:gridCol w="1292754">
                  <a:extLst>
                    <a:ext uri="{9D8B030D-6E8A-4147-A177-3AD203B41FA5}">
                      <a16:colId xmlns:a16="http://schemas.microsoft.com/office/drawing/2014/main" val="4040065713"/>
                    </a:ext>
                  </a:extLst>
                </a:gridCol>
              </a:tblGrid>
              <a:tr h="641638">
                <a:tc>
                  <a:txBody>
                    <a:bodyPr/>
                    <a:lstStyle/>
                    <a:p>
                      <a:r>
                        <a:rPr lang="en-CA" sz="1600" dirty="0"/>
                        <a:t>Operating Mode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Reset </a:t>
                      </a:r>
                    </a:p>
                    <a:p>
                      <a:r>
                        <a:rPr lang="en-CA" sz="1600" dirty="0"/>
                        <a:t>PC8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Data</a:t>
                      </a:r>
                    </a:p>
                    <a:p>
                      <a:r>
                        <a:rPr lang="en-CA" sz="1600" dirty="0"/>
                        <a:t>PC6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Clock</a:t>
                      </a:r>
                    </a:p>
                    <a:p>
                      <a:r>
                        <a:rPr lang="en-CA" sz="1600" dirty="0"/>
                        <a:t>PC7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Q0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Q1-Q18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799596"/>
                  </a:ext>
                </a:extLst>
              </a:tr>
              <a:tr h="641638">
                <a:tc>
                  <a:txBody>
                    <a:bodyPr/>
                    <a:lstStyle/>
                    <a:p>
                      <a:r>
                        <a:rPr lang="en-CA" sz="1600" dirty="0"/>
                        <a:t>Reset(Clear)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282448"/>
                  </a:ext>
                </a:extLst>
              </a:tr>
              <a:tr h="371743">
                <a:tc>
                  <a:txBody>
                    <a:bodyPr/>
                    <a:lstStyle/>
                    <a:p>
                      <a:r>
                        <a:rPr lang="en-CA" sz="1400" dirty="0"/>
                        <a:t>Insert H + Shift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Q0-Q17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62160"/>
                  </a:ext>
                </a:extLst>
              </a:tr>
              <a:tr h="371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Insert L + Shift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H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Q0-Q17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4867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57C3CF6-C7D5-450B-B2BC-FB1C34A3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47" y="2540818"/>
            <a:ext cx="423402" cy="4939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C70646A-33A9-4675-86DC-B7B819528A52}"/>
              </a:ext>
            </a:extLst>
          </p:cNvPr>
          <p:cNvSpPr txBox="1"/>
          <p:nvPr/>
        </p:nvSpPr>
        <p:spPr>
          <a:xfrm>
            <a:off x="822960" y="4072771"/>
            <a:ext cx="76287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Use </a:t>
            </a:r>
            <a:r>
              <a:rPr lang="en-CA" dirty="0" err="1"/>
              <a:t>GPIO_SetBits</a:t>
            </a:r>
            <a:r>
              <a:rPr lang="en-CA" dirty="0"/>
              <a:t> and </a:t>
            </a:r>
            <a:r>
              <a:rPr lang="en-CA" dirty="0" err="1"/>
              <a:t>GPIO_ResetBits</a:t>
            </a:r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You may use a short FOR loop to generate a delay for the transitions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Example: loading 1010 into a 4 bit output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CA" dirty="0"/>
              <a:t>Reset(Clear) </a:t>
            </a:r>
            <a:r>
              <a:rPr lang="en-CA" dirty="0">
                <a:sym typeface="Wingdings" panose="05000000000000000000" pitchFamily="2" charset="2"/>
              </a:rPr>
              <a:t> output = 0000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CA" dirty="0">
                <a:sym typeface="Wingdings" panose="05000000000000000000" pitchFamily="2" charset="2"/>
              </a:rPr>
              <a:t>Insert L + Shift  output = 0000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CA" dirty="0">
                <a:sym typeface="Wingdings" panose="05000000000000000000" pitchFamily="2" charset="2"/>
              </a:rPr>
              <a:t>Insert H + Shift  output = 1000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CA" dirty="0">
                <a:sym typeface="Wingdings" panose="05000000000000000000" pitchFamily="2" charset="2"/>
              </a:rPr>
              <a:t>Insert L + shift  output = 0100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CA" dirty="0">
                <a:sym typeface="Wingdings" panose="05000000000000000000" pitchFamily="2" charset="2"/>
              </a:rPr>
              <a:t>Insert H + Shift  output = 1010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8F1C18A-FEF5-42A4-B0A5-59532400E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733" y="3142744"/>
            <a:ext cx="330867" cy="38601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966083-BABF-42FF-925C-18EBABAD3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733" y="3630028"/>
            <a:ext cx="358046" cy="4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6348-FDDA-4A46-B403-D5FACCBC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Software Timers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12799-9205-49E1-A555-4BBA0FCBD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CA" dirty="0"/>
              <a:t> Execute a callback function at a set time in the future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CA" dirty="0"/>
              <a:t> </a:t>
            </a:r>
            <a:r>
              <a:rPr lang="en-CA" dirty="0" err="1"/>
              <a:t>FreeRTOS</a:t>
            </a:r>
            <a:r>
              <a:rPr lang="en-CA" dirty="0"/>
              <a:t> Functions: </a:t>
            </a:r>
            <a:r>
              <a:rPr lang="en-CA" dirty="0" err="1"/>
              <a:t>xTimerCreate</a:t>
            </a:r>
            <a:r>
              <a:rPr lang="en-CA" dirty="0"/>
              <a:t>, </a:t>
            </a:r>
            <a:r>
              <a:rPr lang="en-CA" dirty="0" err="1"/>
              <a:t>xTimerChangePeriod</a:t>
            </a:r>
            <a:r>
              <a:rPr lang="en-CA" dirty="0"/>
              <a:t>,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CA" dirty="0"/>
              <a:t> Converting milliseconds to ticks: </a:t>
            </a:r>
            <a:r>
              <a:rPr lang="en-CA" dirty="0" err="1"/>
              <a:t>pdMS_TO_TICKS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FA138-341C-407B-ADD2-8BB6E24A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6348-FDDA-4A46-B403-D5FACCBC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Proposed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12799-9205-49E1-A555-4BBA0FCBD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CA" dirty="0"/>
              <a:t> Setup GPIO </a:t>
            </a:r>
            <a:r>
              <a:rPr lang="en-CA" dirty="0">
                <a:sym typeface="Wingdings" panose="05000000000000000000" pitchFamily="2" charset="2"/>
              </a:rPr>
              <a:t> Setup SPC  Setup ADC</a:t>
            </a:r>
            <a:endParaRPr lang="en-CA" dirty="0"/>
          </a:p>
          <a:p>
            <a:pPr lvl="1">
              <a:buFont typeface="Wingdings" panose="05000000000000000000" pitchFamily="2" charset="2"/>
              <a:buChar char="Ø"/>
            </a:pPr>
            <a:endParaRPr lang="en-CA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 Make sure they are functional using the monitor app (</a:t>
            </a:r>
            <a:r>
              <a:rPr lang="en-CA" dirty="0" err="1"/>
              <a:t>traffic_light_system</a:t>
            </a:r>
            <a:r>
              <a:rPr lang="en-CA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CA" dirty="0"/>
          </a:p>
          <a:p>
            <a:pPr>
              <a:buFont typeface="Wingdings" panose="05000000000000000000" pitchFamily="2" charset="2"/>
              <a:buChar char="Ø"/>
            </a:pPr>
            <a:r>
              <a:rPr lang="en-CA" dirty="0"/>
              <a:t> Setup software timers</a:t>
            </a:r>
          </a:p>
          <a:p>
            <a:pPr>
              <a:buFont typeface="Wingdings" panose="05000000000000000000" pitchFamily="2" charset="2"/>
              <a:buChar char="Ø"/>
            </a:pPr>
            <a:endParaRPr lang="en-CA" dirty="0"/>
          </a:p>
          <a:p>
            <a:pPr>
              <a:buFont typeface="Wingdings" panose="05000000000000000000" pitchFamily="2" charset="2"/>
              <a:buChar char="Ø"/>
            </a:pPr>
            <a:r>
              <a:rPr lang="en-CA" dirty="0"/>
              <a:t> Design and implement tasks and queues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CA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FA138-341C-407B-ADD2-8BB6E24A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9F10-8216-484E-B9FC-BC984D7560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161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7557</TotalTime>
  <Words>433</Words>
  <Application>Microsoft Office PowerPoint</Application>
  <PresentationFormat>On-screen Show (4:3)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Retrospect</vt:lpstr>
      <vt:lpstr>ECE455 Project 1 Traffic Light System</vt:lpstr>
      <vt:lpstr>Outline</vt:lpstr>
      <vt:lpstr>Project Definition</vt:lpstr>
      <vt:lpstr>Project Definition</vt:lpstr>
      <vt:lpstr>RTOS Programming</vt:lpstr>
      <vt:lpstr>Shift Register (SPC)</vt:lpstr>
      <vt:lpstr>Shift Register (SPC)</vt:lpstr>
      <vt:lpstr>Software Timers</vt:lpstr>
      <vt:lpstr>Proposed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Drivers GPIO Shift Register</dc:title>
  <dc:creator>pouya sh</dc:creator>
  <cp:lastModifiedBy>Pouya Shiri</cp:lastModifiedBy>
  <cp:revision>36</cp:revision>
  <dcterms:created xsi:type="dcterms:W3CDTF">2019-02-06T14:43:56Z</dcterms:created>
  <dcterms:modified xsi:type="dcterms:W3CDTF">2021-03-04T02:19:30Z</dcterms:modified>
</cp:coreProperties>
</file>